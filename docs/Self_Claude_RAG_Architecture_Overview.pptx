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Faithfulness</c:v>
                  </c:pt>
                  <c:pt idx="1">
                    <c:v>Answer Relevancy</c:v>
                  </c:pt>
                  <c:pt idx="2">
                    <c:v>Context Precision</c:v>
                  </c:pt>
                  <c:pt idx="3">
                    <c:v>Context Recall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0.95</c:v>
                </c:pt>
                <c:pt idx="1">
                  <c:v>0.81</c:v>
                </c:pt>
                <c:pt idx="2">
                  <c:v>0.62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local-ai-stack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2377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Architecture Overview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retrieval, citation-grounded generation, and CI-gated quality — running entirely on local open-source models.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92640" y="4206240"/>
            <a:ext cx="3108960" cy="31089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5029200"/>
            <a:ext cx="1828800" cy="182880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Ollama · ChromaDB · FastAPI · RAGAS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Retrieval-Augmented Generation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only knows what it saw during training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no access to your private or recent documents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about them directly, it will guess — confidently and incorrectly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5508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RAG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5080" y="219456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most relevant chunks of your documents at query time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those chunks to the model as context, alongside the question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answers from what it was just given — not from memory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once, or whenever documents change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3060" y="2103120"/>
            <a:ext cx="640080" cy="64008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878" y="22439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4290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formats: PDF, DOCX, PPTX, XLSX, CSV, HTML, MD, TXT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50692" y="3227832"/>
            <a:ext cx="219456" cy="21945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0" name="Shape 7"/>
          <p:cNvSpPr/>
          <p:nvPr/>
        </p:nvSpPr>
        <p:spPr>
          <a:xfrm>
            <a:off x="3474720" y="17373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57700" y="2103120"/>
            <a:ext cx="640080" cy="64008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518" y="224393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971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703320" y="34290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chunking — 800 chars, 150 overlap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85332" y="3227832"/>
            <a:ext cx="219456" cy="21945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9360" y="17373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92340" y="2103120"/>
            <a:ext cx="640080" cy="64008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158" y="224393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2971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537960" y="34290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 via Ollama (768-dim)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919972" y="3227832"/>
            <a:ext cx="219456" cy="21945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2" name="Shape 17"/>
          <p:cNvSpPr/>
          <p:nvPr/>
        </p:nvSpPr>
        <p:spPr>
          <a:xfrm>
            <a:off x="9144000" y="17373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126980" y="2103120"/>
            <a:ext cx="640080" cy="64008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7798" y="2243938"/>
            <a:ext cx="358445" cy="35844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81160" y="2971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9372600" y="34290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(vectors) + BM25 index (keywords)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40080" y="5166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XLSX/CSV rows are meaningless without column context — each row is converted to a natural-language sentence using its header row.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every query — fast recall, then accurate reranking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84248"/>
            <a:ext cx="457200" cy="457200"/>
          </a:xfrm>
          <a:prstGeom prst="ellipse">
            <a:avLst/>
          </a:prstGeom>
          <a:solidFill>
            <a:srgbClr val="E4EE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8483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4708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(keyword)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matches — names, codes, terms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3172968"/>
            <a:ext cx="457200" cy="457200"/>
          </a:xfrm>
          <a:prstGeom prst="ellipse">
            <a:avLst/>
          </a:prstGeom>
          <a:solidFill>
            <a:srgbClr val="E4EEF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27355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03580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(semantic)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— synonyms, paraphrases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0" y="2217420"/>
            <a:ext cx="914400" cy="59436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2000" y="3406140"/>
            <a:ext cx="914400" cy="-59436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532120" y="224028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23660" y="2377440"/>
            <a:ext cx="548640" cy="54864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361" y="24981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32120" y="29718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863840" y="2852928"/>
            <a:ext cx="7772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8641080" y="224028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869680" y="2377440"/>
            <a:ext cx="548640" cy="54864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381" y="249814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0" y="224028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= 5 chunks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40080" y="5166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retrieval: fast recall over the whole corpus (BM25 + vector), then precise reranking against only the fused candidates — the reranker is too slow to run on everything.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retrieved chunks into a grounded, citable answer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84832"/>
            <a:ext cx="548640" cy="54864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20553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56816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Builder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12080" y="1956816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instruction + labelled context chunks + user question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2880360"/>
            <a:ext cx="0" cy="22860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40080" y="31089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0120" y="3364992"/>
            <a:ext cx="548640" cy="54864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48569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236976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gemma4:26b via Ollama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212080" y="3236976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 answer, citing chunk IDs inline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080760" y="4160520"/>
            <a:ext cx="0" cy="22860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40080" y="43891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0120" y="4645152"/>
            <a:ext cx="548640" cy="54864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4765853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4517136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Validator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212080" y="4517136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every cited chunk ID actually exists before returning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validator finds a cited ID that doesn't exist in the retrieved set, that's a real citation failure — not to be confused with a parsing bug in the validator itself (see DEC-016).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CI Quality Gate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scores every push — GitHub Actions blocks the merge if quality drops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55448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909560" y="1810512"/>
            <a:ext cx="502920" cy="50292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202" y="1921154"/>
            <a:ext cx="281635" cy="281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49640" y="18105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909560" y="2514600"/>
            <a:ext cx="3337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faithfulness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9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0.75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 →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fails, merge blocked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automatically on every push via GitHub Actions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8096" y="192024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1C7293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31036" y="2148840"/>
            <a:ext cx="548640" cy="54864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737" y="22695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28803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642616" y="2651760"/>
            <a:ext cx="320040" cy="0"/>
          </a:xfrm>
          <a:prstGeom prst="line">
            <a:avLst/>
          </a:prstGeom>
          <a:noFill/>
          <a:ln w="19050">
            <a:solidFill>
              <a:srgbClr val="8FA8D6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962656" y="192024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1C7293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25596" y="2148840"/>
            <a:ext cx="548640" cy="54864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297" y="22695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62656" y="28803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837176" y="2651760"/>
            <a:ext cx="320040" cy="0"/>
          </a:xfrm>
          <a:prstGeom prst="line">
            <a:avLst/>
          </a:prstGeom>
          <a:noFill/>
          <a:ln w="19050">
            <a:solidFill>
              <a:srgbClr val="8FA8D6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5157216" y="192024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1C7293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820156" y="2148840"/>
            <a:ext cx="548640" cy="54864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857" y="22695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57216" y="28803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031736" y="2651760"/>
            <a:ext cx="320040" cy="0"/>
          </a:xfrm>
          <a:prstGeom prst="line">
            <a:avLst/>
          </a:prstGeom>
          <a:noFill/>
          <a:ln w="19050">
            <a:solidFill>
              <a:srgbClr val="8FA8D6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7351776" y="192024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1C7293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14716" y="2148840"/>
            <a:ext cx="548640" cy="54864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417" y="226954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51776" y="28803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9226296" y="2651760"/>
            <a:ext cx="320040" cy="0"/>
          </a:xfrm>
          <a:prstGeom prst="line">
            <a:avLst/>
          </a:prstGeom>
          <a:noFill/>
          <a:ln w="19050">
            <a:solidFill>
              <a:srgbClr val="8FA8D6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9546336" y="192024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1C7293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0209276" y="2148840"/>
            <a:ext cx="548640" cy="54864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9977" y="226954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546336" y="28803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280160" y="40233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grounded in your own documents, every score is measured, and every regression is caught before it reaches main.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77724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github.com/SavyOnAI/local-ai-stack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Architecture Overview — local-ai-stack</dc:title>
  <dc:subject>PptxGenJS Presentation</dc:subject>
  <dc:creator>SavyOnAI</dc:creator>
  <cp:lastModifiedBy>SavyOnAI</cp:lastModifiedBy>
  <cp:revision>1</cp:revision>
  <dcterms:created xsi:type="dcterms:W3CDTF">2026-07-01T23:26:29Z</dcterms:created>
  <dcterms:modified xsi:type="dcterms:W3CDTF">2026-07-01T23:26:29Z</dcterms:modified>
</cp:coreProperties>
</file>